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54864" cy="68580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MAPHOSHY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964A"/>
                </a:solidFill>
                <a:latin typeface="Georgia"/>
              </a:rPr>
              <a:t>LIFESTYLE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97480"/>
            <a:ext cx="4389120" cy="45720"/>
          </a:xfrm>
          <a:prstGeom prst="rect">
            <a:avLst/>
          </a:prstGeom>
          <a:solidFill>
            <a:srgbClr val="DD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DBBFF"/>
                </a:solidFill>
                <a:latin typeface="Georgia"/>
              </a:rPr>
              <a:t>Quality is our 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20440"/>
            <a:ext cx="224028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Personal Styling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3520440"/>
            <a:ext cx="224028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3566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Wardrobe Curation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224028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Corporate Styling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023360"/>
            <a:ext cx="224028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4069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Event Styling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26280"/>
            <a:ext cx="224028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Custom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526280"/>
            <a:ext cx="2240280" cy="38404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360" y="45720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Alterations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188720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011680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DBBFF"/>
                </a:solidFill>
                <a:latin typeface="Georgia"/>
              </a:rPr>
              <a:t>ROADMAP &amp;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34640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964A"/>
                </a:solidFill>
                <a:latin typeface="Georgia"/>
              </a:rPr>
              <a:t>LAUNCH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8404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Next.js  •  React  •  Vercel  •  GitHub  •  Supabase  •  PayFast  •  GoDaddy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343400"/>
            <a:ext cx="6309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A step-by-step plan to take Maphoshy Lifestyle online —
from consultation booking to confirmed client.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61264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Presented by Khuthadzo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WHO IS MAPHOSHY LIFESTYLE?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A personal styling &amp; image consultancy brand built for busy professionals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530352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28016" cy="4645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1A8C"/>
                </a:solidFill>
                <a:latin typeface="Georgia"/>
              </a:rPr>
              <a:t>The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502920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👔  Personal styling &amp; image consultancy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🎯  Helps professionals look intentional,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confident &amp; appropriate in every setting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🧵  Custom-designed garments made to measure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✂   In-house alterations for perfect fit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🛍   Personal shopping &amp; wardrobe curation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💼  Corporate &amp; professional styling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🎉  Event &amp; special occasion styling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📱  TikTok presence showcasing work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🌐  Ready to grow with a professional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online presence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572768"/>
            <a:ext cx="5925312" cy="221284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97880" y="1572768"/>
            <a:ext cx="128016" cy="2212848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8" y="1709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🎯  Target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304288"/>
            <a:ext cx="5577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DBBFF"/>
                </a:solidFill>
                <a:latin typeface="Calibri"/>
              </a:rPr>
              <a:t>✦  Busy professionals &amp; executives</a:t>
            </a:r>
          </a:p>
          <a:p>
            <a:pPr algn="l"/>
            <a:r>
              <a:rPr sz="1250" b="0">
                <a:solidFill>
                  <a:srgbClr val="DDBBFF"/>
                </a:solidFill>
                <a:latin typeface="Calibri"/>
              </a:rPr>
              <a:t>✦  Entrepreneurs with demanding schedules</a:t>
            </a:r>
          </a:p>
          <a:p>
            <a:pPr algn="l"/>
            <a:r>
              <a:rPr sz="1250" b="0">
                <a:solidFill>
                  <a:srgbClr val="DDBBFF"/>
                </a:solidFill>
                <a:latin typeface="Calibri"/>
              </a:rPr>
              <a:t>✦  Corporate employees who value image</a:t>
            </a:r>
          </a:p>
          <a:p>
            <a:pPr algn="l"/>
            <a:r>
              <a:rPr sz="1250" b="0">
                <a:solidFill>
                  <a:srgbClr val="DDBBFF"/>
                </a:solidFill>
                <a:latin typeface="Calibri"/>
              </a:rPr>
              <a:t>✦  Individuals preparing for key events</a:t>
            </a:r>
          </a:p>
          <a:p>
            <a:pPr algn="l"/>
            <a:r>
              <a:rPr sz="1250" b="0">
                <a:solidFill>
                  <a:srgbClr val="DDBBFF"/>
                </a:solidFill>
                <a:latin typeface="Calibri"/>
              </a:rPr>
              <a:t>✦  Anyone who values confidence &amp;</a:t>
            </a:r>
          </a:p>
          <a:p>
            <a:pPr algn="l"/>
            <a:r>
              <a:rPr sz="1250" b="0">
                <a:solidFill>
                  <a:srgbClr val="DDBBFF"/>
                </a:solidFill>
                <a:latin typeface="Calibri"/>
              </a:rPr>
              <a:t>     intentional personal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3931920"/>
            <a:ext cx="5925312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97880" y="3931920"/>
            <a:ext cx="128016" cy="22860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4A"/>
                </a:solidFill>
                <a:latin typeface="Georgia"/>
              </a:rPr>
              <a:t>💡  Value Proposition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4617720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✦  Saves time — no more wardrobe stress</a:t>
            </a:r>
          </a:p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✦  Builds a versatile, goal-aligned wardrobe</a:t>
            </a:r>
          </a:p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✦  Ensures clients are always appropriately</a:t>
            </a:r>
          </a:p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     dressed for any occasion</a:t>
            </a:r>
          </a:p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✦  Bespoke garments with precision fitting</a:t>
            </a:r>
          </a:p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✦  Professional yet relatable — strategic,</a:t>
            </a:r>
          </a:p>
          <a:p>
            <a:pPr algn="l"/>
            <a:r>
              <a:rPr sz="1250" b="0">
                <a:solidFill>
                  <a:srgbClr val="CCCCCC"/>
                </a:solidFill>
                <a:latin typeface="Calibri"/>
              </a:rPr>
              <a:t>     not trend-driven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SERVICES OFFERED BY MAPHOSHY LIFESTYLE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Six core services — all bookable through the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572768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3611880" cy="9144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109728" cy="212140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7099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C1A8C"/>
                </a:solidFill>
                <a:latin typeface="Georgia"/>
              </a:rPr>
              <a:t>👤  Personal Style
Consultation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2286000"/>
            <a:ext cx="315468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239572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One-on-one session to understand the client's lifestyle, goals &amp; style identity. The foundation of everything else.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7" y="1572768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33087" y="1572768"/>
            <a:ext cx="3611880" cy="9144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33087" y="1572768"/>
            <a:ext cx="109728" cy="212140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7099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B2FBF"/>
                </a:solidFill>
                <a:latin typeface="Georgia"/>
              </a:rPr>
              <a:t>👗  Wardrobe Curation
&amp; Editing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286000"/>
            <a:ext cx="315468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239572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Portia reviews the client's existing wardrobe, removes what doesn't serve them &amp; identifies gaps to fill.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8704" y="1572768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18704" y="1572768"/>
            <a:ext cx="361188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18704" y="1572768"/>
            <a:ext cx="109728" cy="21214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47304" y="170992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B59B6"/>
                </a:solidFill>
                <a:latin typeface="Georgia"/>
              </a:rPr>
              <a:t>🛍  Personal Shopping
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2286000"/>
            <a:ext cx="315468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239572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Portia shops on behalf of the client — finding pieces that fit their body, budget, style &amp; professional goals.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904487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" y="3904487"/>
            <a:ext cx="3611880" cy="9144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" y="3904487"/>
            <a:ext cx="109728" cy="2121408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40416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964A"/>
                </a:solidFill>
                <a:latin typeface="Georgia"/>
              </a:rPr>
              <a:t>💼  Professional &amp;
Corporate Styling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" y="4617720"/>
            <a:ext cx="315468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472744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Complete styling for executives, entrepreneurs &amp; corporate professionals. Appropriate, credible &amp; intentional.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33087" y="3904487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33087" y="3904487"/>
            <a:ext cx="3611880" cy="91440"/>
          </a:xfrm>
          <a:prstGeom prst="rect">
            <a:avLst/>
          </a:prstGeom>
          <a:solidFill>
            <a:srgbClr val="C0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33087" y="3904487"/>
            <a:ext cx="109728" cy="2121408"/>
          </a:xfrm>
          <a:prstGeom prst="rect">
            <a:avLst/>
          </a:prstGeom>
          <a:solidFill>
            <a:srgbClr val="C0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61688" y="40416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0396B"/>
                </a:solidFill>
                <a:latin typeface="Georgia"/>
              </a:rPr>
              <a:t>🎉  Event &amp; Special
Occasion Styling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4617720"/>
            <a:ext cx="315468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61688" y="472744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Weddings, galas, graduations, launches — ensuring the client is the best dressed version of themselves.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18704" y="3904487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18704" y="3904487"/>
            <a:ext cx="3611880" cy="91440"/>
          </a:xfrm>
          <a:prstGeom prst="rect">
            <a:avLst/>
          </a:prstGeom>
          <a:solidFill>
            <a:srgbClr val="16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18704" y="3904487"/>
            <a:ext cx="109728" cy="2121408"/>
          </a:xfrm>
          <a:prstGeom prst="rect">
            <a:avLst/>
          </a:prstGeom>
          <a:solidFill>
            <a:srgbClr val="16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47304" y="40416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67A5E"/>
                </a:solidFill>
                <a:latin typeface="Georgia"/>
              </a:rPr>
              <a:t>✂  Custom Design &amp;
In-House Alterations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7304" y="4617720"/>
            <a:ext cx="315468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47304" y="472744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Bespoke garments designed &amp; tailored to exact measurements. Alterations for perfect fit on existing garments.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WHAT PAGES WILL THE WEBSITE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Site structure designed around Maphoshy Lifestyle's six services &amp; client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572768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3611880" cy="9144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🏠 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212848"/>
            <a:ext cx="3282696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2322576"/>
            <a:ext cx="3337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Hero image, brand tagline 'Quality is our priority', intro &amp; CTAs: 'Book a Consult' and 'View My Work'.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7" y="1572768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1572768"/>
            <a:ext cx="3611880" cy="9144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BF"/>
                </a:solidFill>
                <a:latin typeface="Georgia"/>
              </a:rPr>
              <a:t>📸  Portfolio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212848"/>
            <a:ext cx="3282696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2322576"/>
            <a:ext cx="3337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Gallery of styled clients, custom garments &amp; transformations. Filterable by service type.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8704" y="1572768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18704" y="1572768"/>
            <a:ext cx="3611880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17190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  <a:latin typeface="Georgia"/>
              </a:rPr>
              <a:t>📋 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212848"/>
            <a:ext cx="3282696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83296" y="2322576"/>
            <a:ext cx="3337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6 services clearly explained with pricing tiers. Includes 'Not sure what you need?' consultation option.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904487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" y="3904487"/>
            <a:ext cx="3611880" cy="9144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4050791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64A"/>
                </a:solidFill>
                <a:latin typeface="Georgia"/>
              </a:rPr>
              <a:t>📝  Book a Consult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544568"/>
            <a:ext cx="3282696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4654296"/>
            <a:ext cx="3337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Smart booking form — client selects service, fills style brief &amp; pays consultation fee upfront via PayFast.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7" y="3904487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33087" y="3904487"/>
            <a:ext cx="3611880" cy="91440"/>
          </a:xfrm>
          <a:prstGeom prst="rect">
            <a:avLst/>
          </a:prstGeom>
          <a:solidFill>
            <a:srgbClr val="C0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79" y="4050791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6B"/>
                </a:solidFill>
                <a:latin typeface="Georgia"/>
              </a:rPr>
              <a:t>💰  Pricing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4544568"/>
            <a:ext cx="3282696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79" y="4654296"/>
            <a:ext cx="3337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Transparent pricing for all services — consultation, styling packages, garment &amp; alteration tiers.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8704" y="3904487"/>
            <a:ext cx="3611880" cy="2121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18704" y="3904487"/>
            <a:ext cx="3611880" cy="91440"/>
          </a:xfrm>
          <a:prstGeom prst="rect">
            <a:avLst/>
          </a:prstGeom>
          <a:solidFill>
            <a:srgbClr val="16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3296" y="4050791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A5E"/>
                </a:solidFill>
                <a:latin typeface="Georgia"/>
              </a:rPr>
              <a:t>📞  Contact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4544568"/>
            <a:ext cx="3282696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83296" y="4654296"/>
            <a:ext cx="3337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WhatsApp button, email, TikTok, Instagram links &amp; service area. Response time expectations set upfront.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33087" y="3246120"/>
            <a:ext cx="1417320" cy="256032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78808" y="326440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💳 PayFast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THE CLIENT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How clients experience Maphoshy Lifestyle — from first impression to transformed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16916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1691640" cy="82296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00784"/>
            <a:ext cx="685800" cy="6858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8249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237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1A8C"/>
                </a:solidFill>
                <a:latin typeface="Georgia"/>
              </a:rPr>
              <a:t>Discovers
Maphoshy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59" y="3108960"/>
            <a:ext cx="11430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3218688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Via TikTok, Google
or word of mouth.
Browses portfolio
for inspiration.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9900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C1A8C"/>
                </a:solidFill>
                <a:latin typeface="Georgia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76272" y="1572768"/>
            <a:ext cx="16916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76272" y="1572768"/>
            <a:ext cx="1691640" cy="82296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79192" y="1700784"/>
            <a:ext cx="685800" cy="6858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2" y="168249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25237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BF"/>
                </a:solidFill>
                <a:latin typeface="Georgia"/>
              </a:rPr>
              <a:t>Reads
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50592" y="3108960"/>
            <a:ext cx="11430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67712" y="3218688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Understands all 6
services &amp; finds
the one that fits
their situation.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9900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2FBF"/>
                </a:solidFill>
                <a:latin typeface="Georgia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2504" y="1572768"/>
            <a:ext cx="16916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32504" y="1572768"/>
            <a:ext cx="1691640" cy="82296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35424" y="1700784"/>
            <a:ext cx="685800" cy="6858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168249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25237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964A"/>
                </a:solidFill>
                <a:latin typeface="Georgia"/>
              </a:rPr>
              <a:t>Books &amp;
Pays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6824" y="3108960"/>
            <a:ext cx="11430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23944" y="3218688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Selects service,
fills style brief
&amp; pays consult
fee via PayFast.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1" y="29900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964A"/>
                </a:solidFill>
                <a:latin typeface="Georgia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8736" y="1572768"/>
            <a:ext cx="16916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88736" y="1572768"/>
            <a:ext cx="1691640" cy="822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91656" y="1700784"/>
            <a:ext cx="685800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1656" y="168249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0176" y="25237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9B6"/>
                </a:solidFill>
                <a:latin typeface="Georgia"/>
              </a:rPr>
              <a:t>Portia
Confirms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3108960"/>
            <a:ext cx="11430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0176" y="3218688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Reviews brief,
contacts client
to confirm session
details.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8664" y="29900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B59B6"/>
                </a:solidFill>
                <a:latin typeface="Georgia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44968" y="1572768"/>
            <a:ext cx="16916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44968" y="1572768"/>
            <a:ext cx="1691640" cy="82296"/>
          </a:xfrm>
          <a:prstGeom prst="rect">
            <a:avLst/>
          </a:prstGeom>
          <a:solidFill>
            <a:srgbClr val="C0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47888" y="1700784"/>
            <a:ext cx="685800" cy="685800"/>
          </a:xfrm>
          <a:prstGeom prst="rect">
            <a:avLst/>
          </a:prstGeom>
          <a:solidFill>
            <a:srgbClr val="C03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47888" y="168249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6408" y="25237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6B"/>
                </a:solidFill>
                <a:latin typeface="Georgia"/>
              </a:rPr>
              <a:t>Styling
Session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9288" y="3108960"/>
            <a:ext cx="11430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36408" y="3218688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In-person or
virtual. Style
discovery, shopping,
fitting or consult.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29900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6B"/>
                </a:solidFill>
                <a:latin typeface="Georgi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1572768"/>
            <a:ext cx="169164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01200" y="1572768"/>
            <a:ext cx="1691640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104120" y="1700784"/>
            <a:ext cx="68580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04120" y="168249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5237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Georgia"/>
              </a:rPr>
              <a:t>Confident
Client!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3108960"/>
            <a:ext cx="114300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3218688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Client walks away
looking intentional,
confident &amp;
aligned to goals.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74920"/>
            <a:ext cx="11457432" cy="56692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5166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C9964A"/>
                </a:solidFill>
                <a:latin typeface="Georgia"/>
              </a:rPr>
              <a:t>"How you present yourself directly influences how you are perceived." — Maphoshy Lifestyle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65760" y="1572768"/>
            <a:ext cx="356616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28016" cy="4645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099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🤷  Who Is This Client?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67712"/>
            <a:ext cx="331012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This is Maphoshy Lifestyle's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PRIMARY target client:</a:t>
            </a:r>
          </a:p>
          <a:p>
            <a:pPr algn="l"/>
            <a:endParaRPr sz="1250" b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👔  The executive who dresses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well but feels something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is off about their image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💼  The entrepreneur who needs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to look the part but doesn't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know where to start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🎓  The professional preparing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for a new role or promotion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🎉  Someone with a key event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and no clear direction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⏰  Anyone too busy to figure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out their own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572768"/>
            <a:ext cx="3886200" cy="4645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572768"/>
            <a:ext cx="128016" cy="4645152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7099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✨  What the Consult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267712"/>
            <a:ext cx="36576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Portia guides the client through:</a:t>
            </a:r>
          </a:p>
          <a:p>
            <a:pPr algn="l"/>
            <a:endParaRPr sz="1250" b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🎨  Style identity exploration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(classic, modern, bold, minimal)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📸  Reference images &amp; mood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boards reviewed together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🧵  Fabric &amp; colour palette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recommendations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📐  Silhouette &amp; garment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structure discussion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🛍   Shopping direction &amp;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wardrobe gap analysis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💡  Translating vague ideas into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a clear, actionable style brief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572768"/>
            <a:ext cx="3547872" cy="4645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572768"/>
            <a:ext cx="128016" cy="4645152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64A"/>
                </a:solidFill>
                <a:latin typeface="Georgia"/>
              </a:rPr>
              <a:t>💰  Why Charge a Fee?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267712"/>
            <a:ext cx="321868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Portia's expertise is the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product — even before any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garment is made or outfit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is styled.</a:t>
            </a:r>
          </a:p>
          <a:p>
            <a:pPr algn="l"/>
            <a:endParaRPr sz="1200" b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The consultation fee:</a:t>
            </a:r>
          </a:p>
          <a:p>
            <a:pPr algn="l"/>
            <a:endParaRPr sz="1200" b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Compensates Portia for her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   time &amp; expertise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Filters serious clients from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   time-wasters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Can be deducted from the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   final service cost (optional)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Paid via PayFast upfront —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   booking only confirmed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   after payment succeeds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64592" cy="150876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0116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Georgia"/>
              </a:rPr>
              <a:t>"I DON'T KNOW WHAT I WANT" — THE CONSULTATION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9875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Maphoshy Lifestyle's core offering — turning uncertainty into intentional style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THE UNDECIDED CLIENT — STEP BY STEP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From 'I have no idea what I want' to a confident, styled professional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572768"/>
            <a:ext cx="1719072" cy="461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572768"/>
            <a:ext cx="1719072" cy="82296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685800" cy="6858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54203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1A8C"/>
                </a:solidFill>
                <a:latin typeface="Georgia"/>
              </a:rPr>
              <a:t>Lands on
Website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133855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310128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Finds Maphoshy via
TikTok or Google.
Browses portfolio &amp;
feels understood.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317296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C1A8C"/>
                </a:solidFill>
                <a:latin typeface="Georgia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0552" y="1572768"/>
            <a:ext cx="1719072" cy="461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30552" y="1572768"/>
            <a:ext cx="1719072" cy="82296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51760" y="1719072"/>
            <a:ext cx="685800" cy="6858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170078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254203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BF"/>
                </a:solidFill>
                <a:latin typeface="Georgia"/>
              </a:rPr>
              <a:t>Reads 'Not Sure?'
Section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200400"/>
            <a:ext cx="1133855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21992" y="3310128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Dedicated section
on Services page
explains the paid
consultation option.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1" y="317296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2FBF"/>
                </a:solidFill>
                <a:latin typeface="Georgia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1572768"/>
            <a:ext cx="1719072" cy="461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05072" y="1572768"/>
            <a:ext cx="1719072" cy="82296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1719072"/>
            <a:ext cx="685800" cy="6858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170078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254203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964A"/>
                </a:solidFill>
                <a:latin typeface="Georgia"/>
              </a:rPr>
              <a:t>Fills Style
Discovery 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00400"/>
            <a:ext cx="1133855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96511" y="3310128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Selects 'I need
style guidance'.
Describes occasion,
goals &amp; lifestyle.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1" y="317296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964A"/>
                </a:solidFill>
                <a:latin typeface="Georgia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1572768"/>
            <a:ext cx="1719072" cy="461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79592" y="1572768"/>
            <a:ext cx="1719072" cy="82296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1719072"/>
            <a:ext cx="685800" cy="685800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70078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1" y="254203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44"/>
                </a:solidFill>
                <a:latin typeface="Georgia"/>
              </a:rPr>
              <a:t>Pays Consult
Fee via PayFast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200400"/>
            <a:ext cx="1133855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71031" y="3310128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Upfront payment
confirms the session.
Booking saved to
Supabase instantly.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1" y="317296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C44"/>
                </a:solidFill>
                <a:latin typeface="Georgia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54111" y="1572768"/>
            <a:ext cx="1719072" cy="461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54111" y="1572768"/>
            <a:ext cx="1719072" cy="822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19" y="1719072"/>
            <a:ext cx="685800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170078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1" y="254203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9B6"/>
                </a:solidFill>
                <a:latin typeface="Georgia"/>
              </a:rPr>
              <a:t>Style Discovery
Session with Portia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19" y="3200400"/>
            <a:ext cx="1133855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45551" y="3310128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Video call or
in-person. Mood boards,
fabric, wardrobe
review &amp; direction.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317296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B59B6"/>
                </a:solidFill>
                <a:latin typeface="Georgi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28632" y="1572768"/>
            <a:ext cx="1719072" cy="461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28632" y="1572768"/>
            <a:ext cx="171907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149840" y="1719072"/>
            <a:ext cx="68580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49840" y="170078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2542032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Georgia"/>
              </a:rPr>
              <a:t>Clear Style
Brief Confirmed!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3200400"/>
            <a:ext cx="1133855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20072" y="3310128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Client now knows
exactly what they
need — ready to
book next service.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91072"/>
            <a:ext cx="11457432" cy="38404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63367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964A"/>
                </a:solidFill>
                <a:latin typeface="Calibri"/>
              </a:rPr>
              <a:t>💡  After the consultation — the client flows into booking their preferred Maphoshy Lifestyle service with a clear brief in hand.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THE ONLINE BOOKING FORM — WHAT CLIENTS FILL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Smart form collects everything Portia needs before the first session — no back-and-forth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530352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28016" cy="4645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0992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📝  Style Consultation / New Garment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04288"/>
            <a:ext cx="502920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👤  Full name, email &amp; contact number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📋  Service selected (consultation, styling,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shopping, corporate, event, custom design)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🎯  Goal of the session (job interview,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     wedding, corporate event, daily style, etc.)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🎨  Style preferences (words, images, vibes)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📏  Body measurements (for custom garments)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🧵  Fabric &amp; colour preferences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📅  Preferred session date &amp; time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🖼   Reference images upload (optional)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💬  Any additional context or concerns</a:t>
            </a:r>
          </a:p>
          <a:p>
            <a:pPr algn="l"/>
            <a:r>
              <a:rPr sz="1250" b="0">
                <a:solidFill>
                  <a:srgbClr val="1A1A2E"/>
                </a:solidFill>
                <a:latin typeface="Calibri"/>
              </a:rPr>
              <a:t>💳  Consultation fee paid via PayFast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1572768"/>
            <a:ext cx="5303520" cy="4645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25312" y="1572768"/>
            <a:ext cx="128016" cy="4645152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1344" y="170992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✂   Alterations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304288"/>
            <a:ext cx="502920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👤  Full name, email &amp; contact number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📦  Type of alteration: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(hem, resize, zip repair, take in/out,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sleeve adjust, structural change, etc.)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👗  Garment being altered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     (describe or upload a photo)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📏  Current vs desired measurements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📅  Required completion date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🚨  Any special handling instructions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💬  Additional notes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💳  Consultation fee paid via PayFast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WEBSITE 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From kickoff to live — estimated 5–6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2743200" cy="54864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6642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Week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274320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109728" cy="416052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23113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C1A8C"/>
                </a:solidFill>
                <a:latin typeface="Georgia"/>
              </a:rPr>
              <a:t>Discovery &amp;
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34639"/>
            <a:ext cx="2468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Finalise pages &amp; content
• Collect brand assets &amp; photos
• Set up GitHub repo
• Scaffold Next.js project
• Set up Supabase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30358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72768"/>
            <a:ext cx="2743200" cy="54864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16642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Week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121408"/>
            <a:ext cx="274320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2121408"/>
            <a:ext cx="109728" cy="416052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223113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964A"/>
                </a:solidFill>
                <a:latin typeface="Georgia"/>
              </a:rPr>
              <a:t>Design &amp;
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834639"/>
            <a:ext cx="2468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Build React UI components
• Purple &amp; gold design system
• Mobile-first layouts
• Smart booking form built
• Portia approves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0358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72768"/>
            <a:ext cx="2743200" cy="54864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16642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Wk 3–4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21408"/>
            <a:ext cx="274320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121408"/>
            <a:ext cx="109728" cy="416052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23113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B2FBF"/>
                </a:solidFill>
                <a:latin typeface="Georgia"/>
              </a:rPr>
              <a:t>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834639"/>
            <a:ext cx="2468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Build all 6 pages in Next.js
• PayFast payment integration
• Supabase bookings database
• Resend email confirmations
• Portfolio gallery (all services)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0358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572768"/>
            <a:ext cx="2743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72016" y="166420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Week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121408"/>
            <a:ext cx="274320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0" y="2121408"/>
            <a:ext cx="109728" cy="4160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45168" y="223113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6A34A"/>
                </a:solidFill>
                <a:latin typeface="Georgia"/>
              </a:rPr>
              <a:t>Testing &amp;
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2834639"/>
            <a:ext cx="2468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Cross-device testing
• PayFast sandbox testing
• Connect GoDaddy domain
• Final Vercel deployment
• Go LIVE! 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0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THE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Every tool we'll use — and exactly what it does for Maphoshy Lifestyle's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3619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36192"/>
            <a:ext cx="2697480" cy="7315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48740" y="1664207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1DBFB"/>
                </a:solidFill>
                <a:latin typeface="Calibri"/>
              </a:rPr>
              <a:t>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494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1DBFB"/>
                </a:solidFill>
                <a:latin typeface="Georgia"/>
              </a:rPr>
              <a:t>React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7004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77977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Builds every button,
form &amp; gallery as
reusable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53619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82112" y="1536192"/>
            <a:ext cx="269748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0812" y="1664207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2494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Next.js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267004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277977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Framework on top of React.
Handles routing, SEO,
image opt &amp; API routes.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4184" y="153619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44184" y="1536192"/>
            <a:ext cx="2697480" cy="73152"/>
          </a:xfrm>
          <a:prstGeom prst="rect">
            <a:avLst/>
          </a:prstGeom>
          <a:solidFill>
            <a:srgbClr val="F7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72884" y="1664207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78C40"/>
                </a:solidFill>
                <a:latin typeface="Calibri"/>
              </a:rPr>
              <a:t>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2494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8C40"/>
                </a:solidFill>
                <a:latin typeface="Georgia"/>
              </a:rPr>
              <a:t>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267004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53912" y="277977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Stores all code safely.
Every change tracked —
nothing ever lost.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6256" y="153619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06256" y="1536192"/>
            <a:ext cx="2697480" cy="73152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34956" y="1664207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9B77"/>
                </a:solidFill>
                <a:latin typeface="Calibri"/>
              </a:rPr>
              <a:t>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2494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B77"/>
                </a:solidFill>
                <a:latin typeface="Georgia"/>
              </a:rPr>
              <a:t>Vercel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72016" y="267004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15984" y="277977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Auto-deploys the site
every time code is
pushed to GitHub. Free.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913632"/>
            <a:ext cx="2697480" cy="73152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48740" y="4041648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ECF8E"/>
                </a:solidFill>
                <a:latin typeface="Calibri"/>
              </a:rPr>
              <a:t>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62686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ECF8E"/>
                </a:solidFill>
                <a:latin typeface="Georgia"/>
              </a:rPr>
              <a:t>Supabase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4748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" y="515721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Database: stores all
bookings, style briefs
&amp; payment status.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391363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82112" y="3913632"/>
            <a:ext cx="2697480" cy="7315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10812" y="4041648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EEEEE"/>
                </a:solidFill>
                <a:latin typeface="Calibri"/>
              </a:rPr>
              <a:t>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462686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EEEEE"/>
                </a:solidFill>
                <a:latin typeface="Georgia"/>
              </a:rPr>
              <a:t>Resend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47872" y="504748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40" y="515721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Sends confirmation
emails to Portia &amp; client
after payment succeeds.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4184" y="391363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44184" y="3913632"/>
            <a:ext cx="2697480" cy="73152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72884" y="4041648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C44"/>
                </a:solidFill>
                <a:latin typeface="Calibri"/>
              </a:rPr>
              <a:t>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5624" y="462686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C44"/>
                </a:solidFill>
                <a:latin typeface="Georgia"/>
              </a:rPr>
              <a:t>PayFast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504748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53912" y="515721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SA payment gateway.
Client pays consult fee
before booking confirmed.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06256" y="3913632"/>
            <a:ext cx="2697480" cy="224028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906256" y="3913632"/>
            <a:ext cx="2697480" cy="73152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34956" y="4041648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964A"/>
                </a:solidFill>
                <a:latin typeface="Calibri"/>
              </a:rPr>
              <a:t>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7696" y="462686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964A"/>
                </a:solidFill>
                <a:latin typeface="Georgia"/>
              </a:rPr>
              <a:t>GoDaddy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72016" y="5047488"/>
            <a:ext cx="1965960" cy="36576"/>
          </a:xfrm>
          <a:prstGeom prst="rect">
            <a:avLst/>
          </a:prstGeom>
          <a:solidFill>
            <a:srgbClr val="44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15984" y="515721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Calibri"/>
              </a:rPr>
              <a:t>Where we buy
maphoshylifestyle.co.za —
pointed to Vercel.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0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SYSTEM ARCHITECTURE — HOW IT ALL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Frontend, backend, database, payments &amp; emails — the full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2011680" cy="1024128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2011680" cy="73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1A8C"/>
                </a:solidFill>
                <a:latin typeface="Calibri"/>
              </a:rPr>
              <a:t>👤 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Visits website
on any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65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964A"/>
                </a:solidFill>
                <a:latin typeface="Georgia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572768"/>
            <a:ext cx="2286000" cy="1024128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920" y="1572768"/>
            <a:ext cx="2286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▲  Next.js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1168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React pages: Home,
Portfolio, Services,
Book, Pricing,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65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964A"/>
                </a:solidFill>
                <a:latin typeface="Georg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8112" y="1572768"/>
            <a:ext cx="2286000" cy="1024128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68112" y="1572768"/>
            <a:ext cx="2286000" cy="7315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96128" y="1691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1DBFB"/>
                </a:solidFill>
                <a:latin typeface="Calibri"/>
              </a:rPr>
              <a:t>⚙  Next.js API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2011680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/api/create-payment
/api/payfast-notify
/api/send-confirmation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  <a:latin typeface="Calibri"/>
              </a:rP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  <a:latin typeface="Calibri"/>
              </a:rP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  <a:latin typeface="Calibri"/>
              </a:rP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971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  <a:latin typeface="Calibri"/>
              </a:rPr>
              <a:t>calls each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246120"/>
            <a:ext cx="2011680" cy="1024128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26080" y="3246120"/>
            <a:ext cx="2011680" cy="73152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63240" y="33649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44"/>
                </a:solidFill>
                <a:latin typeface="Calibri"/>
              </a:rPr>
              <a:t>💳  PayFast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712463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Processes payment
Webhook confirms
success or failure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3246120"/>
            <a:ext cx="2011680" cy="1024128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66360" y="3246120"/>
            <a:ext cx="2011680" cy="73152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0" y="33649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  <a:latin typeface="Calibri"/>
              </a:rPr>
              <a:t>🗄  Supabase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712463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Stores bookings,
style briefs &amp;
payment 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246120"/>
            <a:ext cx="2011680" cy="1024128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0" y="3246120"/>
            <a:ext cx="2011680" cy="7315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43800" y="33649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✉  Resend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712463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Sends booking
confirmation to
client &amp; Portia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1920240" cy="105156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4663440"/>
            <a:ext cx="1920240" cy="73152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B77"/>
                </a:solidFill>
                <a:latin typeface="Calibri"/>
              </a:rPr>
              <a:t>⬡  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389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Hosts &amp; auto-deploys
the Next.js site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4663440"/>
            <a:ext cx="1920240" cy="105156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514600" y="4663440"/>
            <a:ext cx="1920240" cy="73152"/>
          </a:xfrm>
          <a:prstGeom prst="rect">
            <a:avLst/>
          </a:prstGeom>
          <a:solidFill>
            <a:srgbClr val="F78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5176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C40"/>
                </a:solidFill>
                <a:latin typeface="Calibri"/>
              </a:rPr>
              <a:t>🐙  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1389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Code repo — push
to deploy on Vercel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663440"/>
            <a:ext cx="1920240" cy="1051560"/>
          </a:xfrm>
          <a:prstGeom prst="rect">
            <a:avLst/>
          </a:prstGeom>
          <a:solidFill>
            <a:srgbClr val="22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663440" y="4663440"/>
            <a:ext cx="1920240" cy="73152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64A"/>
                </a:solidFill>
                <a:latin typeface="Calibri"/>
              </a:rPr>
              <a:t>🌐  GoDaddy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51389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Custom domain
pointed to Vercel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1572768"/>
            <a:ext cx="3136392" cy="4160520"/>
          </a:xfrm>
          <a:prstGeom prst="rect">
            <a:avLst/>
          </a:prstGeom>
          <a:solidFill>
            <a:srgbClr val="20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86800" y="1572768"/>
            <a:ext cx="91440" cy="416052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87968" y="16916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1A8C"/>
                </a:solidFill>
                <a:latin typeface="Calibri"/>
              </a:rPr>
              <a:t>🔄  Full Flow Summary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2212848"/>
            <a:ext cx="28346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1. Client fills booking form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2. Selects service &amp; clicks Pay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3. PayFast processes payment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4. Webhook → /api/payfast-notify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5. Booking saved to Supabase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6. Resend fires confirmation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   email to client &amp; Portia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7. Portia logs into Supabase</a:t>
            </a:r>
          </a:p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   dashboard to view bookings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DOMAIN SETUP — GODADDY →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How we connect maphoshylifestyle.co.za to the live website in 5 simple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214884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2148840" cy="9144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594360" cy="5943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1A8C"/>
                </a:solidFill>
                <a:latin typeface="Georgia"/>
              </a:rPr>
              <a:t>Purchase Domain
on GoDaddy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3054096"/>
            <a:ext cx="1874520" cy="36576"/>
          </a:xfrm>
          <a:prstGeom prst="rect">
            <a:avLst/>
          </a:prstGeom>
          <a:solidFill>
            <a:srgbClr val="EF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318211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Khuthadzo buys maphoshylifestyle.co.za on godaddy.com.
Cost: ~R200–R350/year.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9464" y="1572768"/>
            <a:ext cx="214884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9464" y="1572768"/>
            <a:ext cx="2148840" cy="9144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9464" y="1664208"/>
            <a:ext cx="594360" cy="59436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9464" y="16642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23774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64A"/>
                </a:solidFill>
                <a:latin typeface="Georgia"/>
              </a:rPr>
              <a:t>Deploy Site
to Vercel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6624" y="3054096"/>
            <a:ext cx="1874520" cy="36576"/>
          </a:xfrm>
          <a:prstGeom prst="rect">
            <a:avLst/>
          </a:prstGeom>
          <a:solidFill>
            <a:srgbClr val="EF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9192" y="318211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Push Next.js code to GitHub. Vercel auto-deploys &amp; gives a free URL like maphoshy.vercel.app.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1572768"/>
            <a:ext cx="214884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64608" y="1572768"/>
            <a:ext cx="2148840" cy="91440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64608" y="1664208"/>
            <a:ext cx="594360" cy="594360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16642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23774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B77"/>
                </a:solidFill>
                <a:latin typeface="Georgia"/>
              </a:rPr>
              <a:t>Add Domain
in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1768" y="3054096"/>
            <a:ext cx="1874520" cy="36576"/>
          </a:xfrm>
          <a:prstGeom prst="rect">
            <a:avLst/>
          </a:prstGeom>
          <a:solidFill>
            <a:srgbClr val="EF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74336" y="318211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 Vercel dashboard → Settings → Domains → type "maphoshylifestyle.co.za" → click Add.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59752" y="1572768"/>
            <a:ext cx="214884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59752" y="1572768"/>
            <a:ext cx="2148840" cy="914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59752" y="1664208"/>
            <a:ext cx="594360" cy="5943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9752" y="16642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23774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  <a:latin typeface="Georgia"/>
              </a:rPr>
              <a:t>Update DNS
in GoDaddy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6912" y="3054096"/>
            <a:ext cx="1874520" cy="36576"/>
          </a:xfrm>
          <a:prstGeom prst="rect">
            <a:avLst/>
          </a:prstGeom>
          <a:solidFill>
            <a:srgbClr val="EF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69480" y="318211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Go to GoDaddy DNS settings. Add the A-record and CNAME values that Vercel provides. 2 minutes.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6" y="1572768"/>
            <a:ext cx="214884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454896" y="1572768"/>
            <a:ext cx="21488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54896" y="1664208"/>
            <a:ext cx="59436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54896" y="16642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237744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Georgia"/>
              </a:rPr>
              <a:t>Wait &amp; Go LIVE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2056" y="3054096"/>
            <a:ext cx="1874520" cy="36576"/>
          </a:xfrm>
          <a:prstGeom prst="rect">
            <a:avLst/>
          </a:prstGeom>
          <a:solidFill>
            <a:srgbClr val="EF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64624" y="3182112"/>
            <a:ext cx="19293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DNS propagates in 1–48 hours. Site goes live at maphoshylifestyle.co.za with free HTTPS.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PAYFAST PAYMENT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Secure, trusted SA payment processing — built into the Book a Consult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5303520" cy="4645152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099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💳  Why PayFast?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South Africa's #1 payment gateway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Accepts EFT, credit/debit cards,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    Capitec Pay &amp; SnapScan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Money goes straight to Portia's bank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Integrates directly with Next.js API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Free to sign up — pay per transaction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Trusted by 100,000+ SA merchants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✓  PCI DSS compliant (bank-level security)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72768"/>
            <a:ext cx="585216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0" y="1572768"/>
            <a:ext cx="5852160" cy="82296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7099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Georgia"/>
              </a:rPr>
              <a:t>💰  Transaction Fees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49424"/>
            <a:ext cx="5852160" cy="347472"/>
          </a:xfrm>
          <a:prstGeom prst="rect">
            <a:avLst/>
          </a:prstGeom>
          <a:solidFill>
            <a:srgbClr val="F5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Credit / Debit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C44"/>
                </a:solidFill>
                <a:latin typeface="Calibri"/>
              </a:rPr>
              <a:t>2.9% + R1.00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EFT (Instant)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33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C44"/>
                </a:solidFill>
                <a:latin typeface="Calibri"/>
              </a:rPr>
              <a:t>1.5% + R1.00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944368"/>
            <a:ext cx="5852160" cy="347472"/>
          </a:xfrm>
          <a:prstGeom prst="rect">
            <a:avLst/>
          </a:prstGeom>
          <a:solidFill>
            <a:srgbClr val="F5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2980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Capitec 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809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C44"/>
                </a:solidFill>
                <a:latin typeface="Calibri"/>
              </a:rPr>
              <a:t>1.5% + R0.50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328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SnapScan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3284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C44"/>
                </a:solidFill>
                <a:latin typeface="Calibri"/>
              </a:rPr>
              <a:t>2.5% + R0.50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931920"/>
            <a:ext cx="5852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405993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64A"/>
                </a:solidFill>
                <a:latin typeface="Georgia"/>
              </a:rPr>
              <a:t>📋  What Portia Needs to Sign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72000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•  South African ID number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•  Valid SA bank account (to receive payments)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•  Business name: Maphoshy Lifestyle</a:t>
            </a:r>
          </a:p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•  Sign up free at payfast.io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CONSULTATION BOOKING &amp; PAYMENT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Client pays upfront via PayFast — booking only confirmed after payment succeeds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572768"/>
            <a:ext cx="1719072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572768"/>
            <a:ext cx="1719072" cy="82296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09928"/>
            <a:ext cx="658368" cy="65836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505456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1A8C"/>
                </a:solidFill>
                <a:latin typeface="Georgia"/>
              </a:rPr>
              <a:t>Visits
'Book a Consult'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3182112"/>
            <a:ext cx="1078992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291839"/>
            <a:ext cx="1536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Selects service
type &amp; fills
style brief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32186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C1A8C"/>
                </a:solidFill>
                <a:latin typeface="Georgia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0552" y="1572768"/>
            <a:ext cx="1719072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30552" y="1572768"/>
            <a:ext cx="1719072" cy="82296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51760" y="1709928"/>
            <a:ext cx="658368" cy="65836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1691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2505456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BF"/>
                </a:solidFill>
                <a:latin typeface="Georgia"/>
              </a:rPr>
              <a:t>Selects
Service &amp; Fee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50592" y="3182112"/>
            <a:ext cx="1078992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21992" y="3291839"/>
            <a:ext cx="1536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Consult, styling,
shopping, custom
design or alteration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1" y="32186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2FBF"/>
                </a:solidFill>
                <a:latin typeface="Georgia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1572768"/>
            <a:ext cx="1719072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05072" y="1572768"/>
            <a:ext cx="1719072" cy="82296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1709928"/>
            <a:ext cx="658368" cy="658368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1691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2505456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964A"/>
                </a:solidFill>
                <a:latin typeface="Georgia"/>
              </a:rPr>
              <a:t>Clicks
'Pay &amp; Book'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3182112"/>
            <a:ext cx="1078992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96511" y="3291839"/>
            <a:ext cx="1536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Redirected to
PayFast secure
payment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1" y="32186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964A"/>
                </a:solidFill>
                <a:latin typeface="Georgia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9592" y="1572768"/>
            <a:ext cx="1719072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79592" y="1572768"/>
            <a:ext cx="1719072" cy="8229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1709928"/>
            <a:ext cx="658368" cy="65836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691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1" y="2505456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3EB"/>
                </a:solidFill>
                <a:latin typeface="Georgia"/>
              </a:rPr>
              <a:t>Pays via
Preferred Method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1" y="3182112"/>
            <a:ext cx="1078992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71031" y="3291839"/>
            <a:ext cx="1536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Card, EFT,
Capitec Pay
or SnapScan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1" y="32186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463EB"/>
                </a:solidFill>
                <a:latin typeface="Georgia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54111" y="1572768"/>
            <a:ext cx="1719072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54111" y="1572768"/>
            <a:ext cx="1719072" cy="82296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19" y="1709928"/>
            <a:ext cx="658368" cy="658368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1691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1" y="2505456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44"/>
                </a:solidFill>
                <a:latin typeface="Georgia"/>
              </a:rPr>
              <a:t>Booking Saved
to Supabase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1" y="3182112"/>
            <a:ext cx="1078992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45551" y="3291839"/>
            <a:ext cx="1536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Webhook hits
Next.js API →
DB updated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3218688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C44"/>
                </a:solidFill>
                <a:latin typeface="Georgi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28632" y="1572768"/>
            <a:ext cx="1719072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28632" y="1572768"/>
            <a:ext cx="171907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149840" y="1709928"/>
            <a:ext cx="658368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49840" y="1691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2505456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Georgia"/>
              </a:rPr>
              <a:t>Emails Sent
via Resend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48672" y="3182112"/>
            <a:ext cx="1078992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20072" y="3291839"/>
            <a:ext cx="1536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Portia &amp; client
both get
confirmation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6172200"/>
            <a:ext cx="5212080" cy="384048"/>
          </a:xfrm>
          <a:prstGeom prst="rect">
            <a:avLst/>
          </a:prstGeom>
          <a:solidFill>
            <a:srgbClr val="008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20440" y="6217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🔒  Secured by PayFast  •  PCI DSS Compliant  •  Bank-level Encryption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COST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What Maphoshy Lifestyle will need to pay — most tools are completely 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6858000" cy="4645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28016" cy="4645152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09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Tool /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099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2130552"/>
            <a:ext cx="6620256" cy="475488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1762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Next.js + 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762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Calibri"/>
              </a:rPr>
              <a:t>FREE — 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GitHub (code repository)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Calibri"/>
              </a:rPr>
              <a:t>FREE — free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081528"/>
            <a:ext cx="6620256" cy="475488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1272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Vercel (hosting &amp; deployment)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1272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Calibri"/>
              </a:rPr>
              <a:t>FREE — Hobby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6027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Supabase (database)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60273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Calibri"/>
              </a:rPr>
              <a:t>FREE — up to 50,000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" y="4032504"/>
            <a:ext cx="6620256" cy="475488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0782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Resend (confirmation emails)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Calibri"/>
              </a:rPr>
              <a:t>FREE — 3,000 emails/month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5537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GoDaddy domain (.co.za)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5537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~R200–R350 /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4983480"/>
            <a:ext cx="6620256" cy="475488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5029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PayFast (per transaction)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029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~2–3% per booking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5046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SSL Certificate (HTTPS)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5046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Calibri"/>
              </a:rPr>
              <a:t>FREE — included with Vercel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5934456"/>
            <a:ext cx="6620256" cy="475488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59801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Website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980176"/>
            <a:ext cx="28346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0" i="0" dirty="0">
                <a:solidFill>
                  <a:srgbClr val="1A1A2E"/>
                </a:solidFill>
                <a:latin typeface="Calibri"/>
              </a:rPr>
              <a:t>R4000 In total</a:t>
            </a:r>
            <a:endParaRPr sz="115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498079" y="1572768"/>
            <a:ext cx="4315968" cy="4873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98079" y="1572768"/>
            <a:ext cx="109728" cy="22860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26679" y="170992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64A"/>
                </a:solidFill>
                <a:latin typeface="Georgia"/>
              </a:rPr>
              <a:t>💡  Bottom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267712"/>
            <a:ext cx="3794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Hosting, database &amp; emails
are all FREE.
Maphoshy Lifestyle only pays
for her domain (~R300/year)
= less than R1/day.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AFTER LAUNCH — GROWING THE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DDBBFF"/>
                </a:solidFill>
                <a:latin typeface="Calibri"/>
              </a:rPr>
              <a:t>The website is the foundation — here's how Maphoshy Lifestyle builds on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55778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28016" cy="138988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8249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📱  Link TikTok →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67128"/>
            <a:ext cx="5212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Add the website URL to TikTok bio so every viewer can book a service or consult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72768"/>
            <a:ext cx="55778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72768"/>
            <a:ext cx="128016" cy="138988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68249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📸  Keep Portfolio 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67128"/>
            <a:ext cx="5212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Upload new client transformations regularly — styled looks, custom garments &amp; before/afters.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72968"/>
            <a:ext cx="55778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172968"/>
            <a:ext cx="128016" cy="138988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2826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⭐  Client Testimonials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67328"/>
            <a:ext cx="5212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Professionals trust social proof. Collect reviews from clients and display them prominently.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72968"/>
            <a:ext cx="55778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172968"/>
            <a:ext cx="128016" cy="138988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32826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📊  Track Visitors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767328"/>
            <a:ext cx="5212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Google Analytics (free) shows which services attract the most interest and where clients drop 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73168"/>
            <a:ext cx="55778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773168"/>
            <a:ext cx="128016" cy="138988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882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🔍  Google Business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367528"/>
            <a:ext cx="5212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Free listing so Maphoshy Lifestyle appears when professionals search for stylists in their area.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773168"/>
            <a:ext cx="55778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773168"/>
            <a:ext cx="128016" cy="1389888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882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1A8C"/>
                </a:solidFill>
                <a:latin typeface="Georgia"/>
              </a:rPr>
              <a:t>🔄  Easy Updates via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5367528"/>
            <a:ext cx="52120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New service, price change or portfolio photo → push to GitHub → live on the website in seconds.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64A"/>
                </a:solidFill>
                <a:latin typeface="Calibri"/>
              </a:rPr>
              <a:t>Maphoshy Lifestyle  •  Quality is our priority  •  Website Roadmap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5C1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54864" cy="6858000"/>
          </a:xfrm>
          <a:prstGeom prst="rect">
            <a:avLst/>
          </a:prstGeom>
          <a:solidFill>
            <a:srgbClr val="C9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663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READY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64208"/>
            <a:ext cx="4663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9964A"/>
                </a:solidFill>
                <a:latin typeface="Georgia"/>
              </a:rPr>
              <a:t>GO LIVE?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33472"/>
            <a:ext cx="4434840" cy="54864"/>
          </a:xfrm>
          <a:prstGeom prst="rect">
            <a:avLst/>
          </a:prstGeom>
          <a:solidFill>
            <a:srgbClr val="DD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DBBFF"/>
                </a:solidFill>
                <a:latin typeface="Georgia"/>
              </a:rPr>
              <a:t>Quality is our priority.
Now the world can find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95020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" y="396849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Next.js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95020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6" y="396849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DBFB"/>
                </a:solidFill>
                <a:latin typeface="Calibri"/>
              </a:rPr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95020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48256" y="396849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77"/>
                </a:solidFill>
                <a:latin typeface="Calibri"/>
              </a:rPr>
              <a:t>Vercel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95020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1216" y="396849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8C40"/>
                </a:solidFill>
                <a:latin typeface="Calibri"/>
              </a:rPr>
              <a:t>GitHub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95020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94176" y="396849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F8E"/>
                </a:solidFill>
                <a:latin typeface="Calibri"/>
              </a:rPr>
              <a:t>Supabase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1596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" y="433425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C44"/>
                </a:solidFill>
                <a:latin typeface="Calibri"/>
              </a:rPr>
              <a:t>PayFast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31596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25296" y="433425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EEEE"/>
                </a:solidFill>
                <a:latin typeface="Calibri"/>
              </a:rPr>
              <a:t>Resend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315968"/>
            <a:ext cx="749808" cy="292608"/>
          </a:xfrm>
          <a:prstGeom prst="rect">
            <a:avLst/>
          </a:prstGeom>
          <a:solidFill>
            <a:srgbClr val="3A1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8256" y="433425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964A"/>
                </a:solidFill>
                <a:latin typeface="Calibri"/>
              </a:rPr>
              <a:t>GoDaddy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9144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964A"/>
                </a:solidFill>
                <a:latin typeface="Georgia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1627632"/>
            <a:ext cx="64922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01  Portia approves the plan today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02  Portia signs up at payfast.io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03  Portia purchases domain on GoDaddy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04  Khuthadzo sets up GitHub + Supabase + Next.js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05  Design mockup shared for approval (Week 1)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06  Build all pages, forms &amp; payment flow (Wks 2–4)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07  Testing — PayFast sandbox &amp; cross-device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08  Connect GoDaddy domain to Vercel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09  🚀  Maphoshy Lifestyle goes LIVE!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610819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964A"/>
                </a:solidFill>
                <a:latin typeface="Georgia"/>
              </a:rPr>
              <a:t>Questions? 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2796</Words>
  <Application>Microsoft Office PowerPoint</Application>
  <PresentationFormat>Custom</PresentationFormat>
  <Paragraphs>424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Vhuthu Nelwamondo</cp:lastModifiedBy>
  <cp:revision>2</cp:revision>
  <dcterms:created xsi:type="dcterms:W3CDTF">2013-01-27T09:14:16Z</dcterms:created>
  <dcterms:modified xsi:type="dcterms:W3CDTF">2026-03-23T05:24:02Z</dcterms:modified>
  <cp:category/>
</cp:coreProperties>
</file>